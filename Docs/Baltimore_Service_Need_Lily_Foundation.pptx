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125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ary.sweta.kerketta/viz/Baltimore_Service_Need_Dashboard/1_WhereNeedConcentrat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03120" y="4754880"/>
            <a:ext cx="4114800" cy="41148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Income Drives the Gap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prepared for the Lily Foundation, on where citywide need concentrates, what's driving it, and where the sharpest pain point sits.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Baltimore Vital Signs (BNIA), 2010–2023  ·  55 Community Statistical Areas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7393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2140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(BNIA), 2010–2023 — over 100 health, economic, housing, safety, and demographic indicators, tracked annually across all 55 Community Statistical Areas.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9300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scattered anecdotes into a citywide, apples-to-apples comparison — so investment can go to where need is greatest and most persistent, not just where it's most visible.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  |  Lily Foundation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WALK THROUGH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6537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need concentrate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1284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where has it persisted for years, not just this year?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9981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driving 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47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outcome tested, not just the obvious ones?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34256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that driver's sharpest, most human pain point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one this deck focuses on?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  |  Lily Foundation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WHAT'S ACTUALLY DRIVING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factor keeps showing up: income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+0.49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the CHANGE in income and the CHANGE in life expectancy, 2012–2018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condition tested where this held true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conditions, violence, family structure — these all correlate strongly with outcomes across neighborhoods. But when tested whether a change in each one tracked a change in outcomes over time, only income held up.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0632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meaningfully stronger claim than “poor places have worse health” — it's evidence that income is a real lever, not just a marker.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  |  Lily Foundation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THE FOCUS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prenatal care — not housing or violence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strongly linked to income. Prenatal care was picked because of what kind of problem it is, not because the link is strongest.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violations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24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−0.80 with income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condition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05740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what navigation or advocacy services can change directly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Gun-related violence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04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−0.77 with income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375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condition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33756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a condition, not a missed service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BF3E6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prenatal care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84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+0.74 with income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617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utilization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4617720"/>
            <a:ext cx="5349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already exists — people aren't reaching it. Directly addressable through navigation, advocacy, and benefits enrollment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  |  Lily Foundation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where it hurts most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condition people live in — a service that already exists, and isn't being reached.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mothers miss first-trimester care in the worst-served community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1188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50.6 pts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the best- and worst-served community, 2019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4652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55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fall below a 60% early-care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28600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81160" y="2395728"/>
            <a:ext cx="233172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717950"/>
            <a:ext cx="2331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Westport/Mount Winans/Lakeland has landed in the worst 10 — this is chronic, not a one-year dip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BF3E6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5184648"/>
            <a:ext cx="10424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single bad year for these communities — it's a pattern that's held for close to a decade, in the same places, every time we looked.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Community Service Need  |  Lily Foundation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2735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look at where this shows up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exactly which communities, and how the gap moves alongside income, housing, and violence.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509760" cy="594360"/>
          </a:xfrm>
          <a:prstGeom prst="roundRect">
            <a:avLst>
              <a:gd name="adj" fmla="val 15385"/>
            </a:avLst>
          </a:prstGeom>
          <a:solidFill>
            <a:srgbClr val="273578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434340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public.tableau.com/app/profile/mary.sweta.kerketta/viz/Baltimore_Service_Need_Dashboard/1_WhereNeedConcentrates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Baltimore Vital Signs (BNIA), 2010–2023  ·  Internal service-need and prenatal-care deep-dive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641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Sweta Kerketta</cp:lastModifiedBy>
  <cp:revision>3</cp:revision>
  <dcterms:created xsi:type="dcterms:W3CDTF">2026-10-01T23:33:02Z</dcterms:created>
  <dcterms:modified xsi:type="dcterms:W3CDTF">2026-10-02T23:41:45Z</dcterms:modified>
</cp:coreProperties>
</file>